
<file path=[Content_Types].xml><?xml version="1.0" encoding="utf-8"?>
<Types xmlns="http://schemas.openxmlformats.org/package/2006/content-types">
  <Default Extension="png" ContentType="image/png"/>
  <Default Extension="jpe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9" r:id="rId5"/>
    <p:sldId id="262" r:id="rId6"/>
    <p:sldId id="270" r:id="rId7"/>
    <p:sldId id="263" r:id="rId8"/>
    <p:sldId id="264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2A889"/>
    <a:srgbClr val="576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9" autoAdjust="0"/>
    <p:restoredTop sz="94660"/>
  </p:normalViewPr>
  <p:slideViewPr>
    <p:cSldViewPr snapToGrid="0">
      <p:cViewPr>
        <p:scale>
          <a:sx n="66" d="100"/>
          <a:sy n="66" d="100"/>
        </p:scale>
        <p:origin x="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иктория Попова" userId="16409d820267de1c" providerId="LiveId" clId="{72026D9B-F6F4-440F-84D4-496D06D91E3F}"/>
    <pc:docChg chg="undo custSel addSld delSld modSld sldOrd">
      <pc:chgData name="Виктория Попова" userId="16409d820267de1c" providerId="LiveId" clId="{72026D9B-F6F4-440F-84D4-496D06D91E3F}" dt="2026-09-27T03:18:34.700" v="2078" actId="20577"/>
      <pc:docMkLst>
        <pc:docMk/>
      </pc:docMkLst>
      <pc:sldChg chg="delSp modSp mod">
        <pc:chgData name="Виктория Попова" userId="16409d820267de1c" providerId="LiveId" clId="{72026D9B-F6F4-440F-84D4-496D06D91E3F}" dt="2026-09-27T03:07:32.061" v="1893" actId="404"/>
        <pc:sldMkLst>
          <pc:docMk/>
          <pc:sldMk cId="846302530" sldId="256"/>
        </pc:sldMkLst>
        <pc:spChg chg="mod">
          <ac:chgData name="Виктория Попова" userId="16409d820267de1c" providerId="LiveId" clId="{72026D9B-F6F4-440F-84D4-496D06D91E3F}" dt="2026-09-27T02:44:04.794" v="1877" actId="1076"/>
          <ac:spMkLst>
            <pc:docMk/>
            <pc:sldMk cId="846302530" sldId="256"/>
            <ac:spMk id="2" creationId="{DD798558-6B15-7D10-CE66-4697C62B8B86}"/>
          </ac:spMkLst>
        </pc:spChg>
        <pc:spChg chg="mod">
          <ac:chgData name="Виктория Попова" userId="16409d820267de1c" providerId="LiveId" clId="{72026D9B-F6F4-440F-84D4-496D06D91E3F}" dt="2026-09-27T03:07:26.772" v="1891" actId="1076"/>
          <ac:spMkLst>
            <pc:docMk/>
            <pc:sldMk cId="846302530" sldId="256"/>
            <ac:spMk id="37" creationId="{9ACF0412-5BC6-90F9-C73E-BF2F45C3AC0B}"/>
          </ac:spMkLst>
        </pc:spChg>
        <pc:spChg chg="mod">
          <ac:chgData name="Виктория Попова" userId="16409d820267de1c" providerId="LiveId" clId="{72026D9B-F6F4-440F-84D4-496D06D91E3F}" dt="2026-09-27T03:07:32.061" v="1893" actId="404"/>
          <ac:spMkLst>
            <pc:docMk/>
            <pc:sldMk cId="846302530" sldId="256"/>
            <ac:spMk id="38" creationId="{657EA6F9-5630-AF1F-E9DA-3DF5F5868B56}"/>
          </ac:spMkLst>
        </pc:spChg>
        <pc:spChg chg="mod">
          <ac:chgData name="Виктория Попова" userId="16409d820267de1c" providerId="LiveId" clId="{72026D9B-F6F4-440F-84D4-496D06D91E3F}" dt="2026-09-26T18:55:07.900" v="377" actId="1076"/>
          <ac:spMkLst>
            <pc:docMk/>
            <pc:sldMk cId="846302530" sldId="256"/>
            <ac:spMk id="39" creationId="{33F9118C-15BA-1E8B-1E0A-45868046F99C}"/>
          </ac:spMkLst>
        </pc:spChg>
        <pc:spChg chg="mod">
          <ac:chgData name="Виктория Попова" userId="16409d820267de1c" providerId="LiveId" clId="{72026D9B-F6F4-440F-84D4-496D06D91E3F}" dt="2026-09-27T02:43:59.942" v="1875" actId="403"/>
          <ac:spMkLst>
            <pc:docMk/>
            <pc:sldMk cId="846302530" sldId="256"/>
            <ac:spMk id="40" creationId="{43B1BE7A-32D5-3014-AC78-9EADA83AF651}"/>
          </ac:spMkLst>
        </pc:spChg>
        <pc:spChg chg="mod">
          <ac:chgData name="Виктория Попова" userId="16409d820267de1c" providerId="LiveId" clId="{72026D9B-F6F4-440F-84D4-496D06D91E3F}" dt="2026-09-26T18:55:13.686" v="378" actId="1076"/>
          <ac:spMkLst>
            <pc:docMk/>
            <pc:sldMk cId="846302530" sldId="256"/>
            <ac:spMk id="41" creationId="{D664D589-E2BB-51D1-B6F4-D7B45B50523D}"/>
          </ac:spMkLst>
        </pc:spChg>
        <pc:spChg chg="mod">
          <ac:chgData name="Виктория Попова" userId="16409d820267de1c" providerId="LiveId" clId="{72026D9B-F6F4-440F-84D4-496D06D91E3F}" dt="2026-09-27T02:44:08.625" v="1878" actId="14100"/>
          <ac:spMkLst>
            <pc:docMk/>
            <pc:sldMk cId="846302530" sldId="256"/>
            <ac:spMk id="42" creationId="{EECDCE6C-E0FC-A3CF-BC0F-EDD61BBAEB1F}"/>
          </ac:spMkLst>
        </pc:spChg>
        <pc:spChg chg="del">
          <ac:chgData name="Виктория Попова" userId="16409d820267de1c" providerId="LiveId" clId="{72026D9B-F6F4-440F-84D4-496D06D91E3F}" dt="2026-09-26T18:54:26.561" v="368" actId="478"/>
          <ac:spMkLst>
            <pc:docMk/>
            <pc:sldMk cId="846302530" sldId="256"/>
            <ac:spMk id="43" creationId="{C41C82AD-64B5-E9C4-943F-80C76694E532}"/>
          </ac:spMkLst>
        </pc:spChg>
        <pc:spChg chg="del mod">
          <ac:chgData name="Виктория Попова" userId="16409d820267de1c" providerId="LiveId" clId="{72026D9B-F6F4-440F-84D4-496D06D91E3F}" dt="2026-09-26T18:54:28.876" v="370" actId="478"/>
          <ac:spMkLst>
            <pc:docMk/>
            <pc:sldMk cId="846302530" sldId="256"/>
            <ac:spMk id="44" creationId="{BD9640D3-21D1-D802-432F-9AC57A355420}"/>
          </ac:spMkLst>
        </pc:spChg>
        <pc:spChg chg="del">
          <ac:chgData name="Виктория Попова" userId="16409d820267de1c" providerId="LiveId" clId="{72026D9B-F6F4-440F-84D4-496D06D91E3F}" dt="2026-09-26T18:54:30.507" v="371" actId="478"/>
          <ac:spMkLst>
            <pc:docMk/>
            <pc:sldMk cId="846302530" sldId="256"/>
            <ac:spMk id="45" creationId="{DF15BB7C-0290-285C-FFC1-987FC7EC766A}"/>
          </ac:spMkLst>
        </pc:spChg>
      </pc:sldChg>
      <pc:sldChg chg="addSp delSp modSp mod">
        <pc:chgData name="Виктория Попова" userId="16409d820267de1c" providerId="LiveId" clId="{72026D9B-F6F4-440F-84D4-496D06D91E3F}" dt="2026-09-27T02:49:15.013" v="1880" actId="1076"/>
        <pc:sldMkLst>
          <pc:docMk/>
          <pc:sldMk cId="823398426" sldId="257"/>
        </pc:sldMkLst>
        <pc:spChg chg="mod">
          <ac:chgData name="Виктория Попова" userId="16409d820267de1c" providerId="LiveId" clId="{72026D9B-F6F4-440F-84D4-496D06D91E3F}" dt="2026-09-26T18:23:48.387" v="218" actId="1076"/>
          <ac:spMkLst>
            <pc:docMk/>
            <pc:sldMk cId="823398426" sldId="257"/>
            <ac:spMk id="36" creationId="{0060AB8A-4721-6C80-8320-2DAF3DF2FB18}"/>
          </ac:spMkLst>
        </pc:spChg>
        <pc:spChg chg="mod">
          <ac:chgData name="Виктория Попова" userId="16409d820267de1c" providerId="LiveId" clId="{72026D9B-F6F4-440F-84D4-496D06D91E3F}" dt="2026-09-26T18:28:57.374" v="254" actId="14100"/>
          <ac:spMkLst>
            <pc:docMk/>
            <pc:sldMk cId="823398426" sldId="257"/>
            <ac:spMk id="37" creationId="{95FE0FDC-E5FA-1DA0-A072-601F577D9C4E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38" creationId="{19959E8F-44EF-9D71-59A2-88ECA96F6163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39" creationId="{35CE03E8-EF9F-50BD-2D87-AC6E79E36716}"/>
          </ac:spMkLst>
        </pc:spChg>
        <pc:spChg chg="mod">
          <ac:chgData name="Виктория Попова" userId="16409d820267de1c" providerId="LiveId" clId="{72026D9B-F6F4-440F-84D4-496D06D91E3F}" dt="2026-09-26T19:51:49.896" v="1061" actId="20577"/>
          <ac:spMkLst>
            <pc:docMk/>
            <pc:sldMk cId="823398426" sldId="257"/>
            <ac:spMk id="40" creationId="{084DCEA2-6731-B78E-231A-47649E58B130}"/>
          </ac:spMkLst>
        </pc:spChg>
        <pc:spChg chg="mod">
          <ac:chgData name="Виктория Попова" userId="16409d820267de1c" providerId="LiveId" clId="{72026D9B-F6F4-440F-84D4-496D06D91E3F}" dt="2026-09-26T18:29:02.057" v="255" actId="14100"/>
          <ac:spMkLst>
            <pc:docMk/>
            <pc:sldMk cId="823398426" sldId="257"/>
            <ac:spMk id="41" creationId="{8D97D51E-E4E2-AF70-D55A-9FE318658D4A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42" creationId="{7AC1118F-0CDC-DD46-94EA-A99AE1146161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43" creationId="{54229335-D9FD-65E0-03BA-FE7DADF9D87F}"/>
          </ac:spMkLst>
        </pc:spChg>
        <pc:spChg chg="mod">
          <ac:chgData name="Виктория Попова" userId="16409d820267de1c" providerId="LiveId" clId="{72026D9B-F6F4-440F-84D4-496D06D91E3F}" dt="2026-09-26T19:53:59.502" v="1297" actId="20577"/>
          <ac:spMkLst>
            <pc:docMk/>
            <pc:sldMk cId="823398426" sldId="257"/>
            <ac:spMk id="44" creationId="{BB22CC22-D574-5FC4-E14D-44447AC146B5}"/>
          </ac:spMkLst>
        </pc:spChg>
        <pc:spChg chg="mod">
          <ac:chgData name="Виктория Попова" userId="16409d820267de1c" providerId="LiveId" clId="{72026D9B-F6F4-440F-84D4-496D06D91E3F}" dt="2026-09-26T18:29:05.013" v="256" actId="14100"/>
          <ac:spMkLst>
            <pc:docMk/>
            <pc:sldMk cId="823398426" sldId="257"/>
            <ac:spMk id="45" creationId="{2184B6B5-01CE-EBC9-F489-ADC3ABDB42ED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46" creationId="{FD0B530A-1A02-2574-E468-35B6C7E93FB3}"/>
          </ac:spMkLst>
        </pc:spChg>
        <pc:spChg chg="mod">
          <ac:chgData name="Виктория Попова" userId="16409d820267de1c" providerId="LiveId" clId="{72026D9B-F6F4-440F-84D4-496D06D91E3F}" dt="2026-09-26T18:28:49.357" v="253" actId="1076"/>
          <ac:spMkLst>
            <pc:docMk/>
            <pc:sldMk cId="823398426" sldId="257"/>
            <ac:spMk id="47" creationId="{982C76D2-87C6-94CA-DD3C-C594F3B9D8D3}"/>
          </ac:spMkLst>
        </pc:spChg>
        <pc:spChg chg="mod">
          <ac:chgData name="Виктория Попова" userId="16409d820267de1c" providerId="LiveId" clId="{72026D9B-F6F4-440F-84D4-496D06D91E3F}" dt="2026-09-26T19:55:12.027" v="1460" actId="20577"/>
          <ac:spMkLst>
            <pc:docMk/>
            <pc:sldMk cId="823398426" sldId="257"/>
            <ac:spMk id="48" creationId="{AC203677-9668-42BA-013B-8EFB8A91822B}"/>
          </ac:spMkLst>
        </pc:spChg>
        <pc:spChg chg="del mod">
          <ac:chgData name="Виктория Попова" userId="16409d820267de1c" providerId="LiveId" clId="{72026D9B-F6F4-440F-84D4-496D06D91E3F}" dt="2026-09-26T18:27:52.845" v="237" actId="478"/>
          <ac:spMkLst>
            <pc:docMk/>
            <pc:sldMk cId="823398426" sldId="257"/>
            <ac:spMk id="49" creationId="{68641674-9305-5B42-D751-D880F4C2207C}"/>
          </ac:spMkLst>
        </pc:spChg>
        <pc:spChg chg="del mod">
          <ac:chgData name="Виктория Попова" userId="16409d820267de1c" providerId="LiveId" clId="{72026D9B-F6F4-440F-84D4-496D06D91E3F}" dt="2026-09-26T18:27:55.341" v="239" actId="478"/>
          <ac:spMkLst>
            <pc:docMk/>
            <pc:sldMk cId="823398426" sldId="257"/>
            <ac:spMk id="50" creationId="{21BD000B-552E-4E7A-CED1-5AE0AAD01399}"/>
          </ac:spMkLst>
        </pc:spChg>
        <pc:spChg chg="del">
          <ac:chgData name="Виктория Попова" userId="16409d820267de1c" providerId="LiveId" clId="{72026D9B-F6F4-440F-84D4-496D06D91E3F}" dt="2026-09-26T18:27:57.077" v="240" actId="478"/>
          <ac:spMkLst>
            <pc:docMk/>
            <pc:sldMk cId="823398426" sldId="257"/>
            <ac:spMk id="51" creationId="{4C763791-7474-0B46-B1B8-BD9992AE493E}"/>
          </ac:spMkLst>
        </pc:spChg>
        <pc:spChg chg="add del">
          <ac:chgData name="Виктория Попова" userId="16409d820267de1c" providerId="LiveId" clId="{72026D9B-F6F4-440F-84D4-496D06D91E3F}" dt="2026-09-26T18:25:42.168" v="227" actId="22"/>
          <ac:spMkLst>
            <pc:docMk/>
            <pc:sldMk cId="823398426" sldId="257"/>
            <ac:spMk id="53" creationId="{022666B4-9573-66BB-8E5D-0AF598C71795}"/>
          </ac:spMkLst>
        </pc:spChg>
        <pc:spChg chg="add del">
          <ac:chgData name="Виктория Попова" userId="16409d820267de1c" providerId="LiveId" clId="{72026D9B-F6F4-440F-84D4-496D06D91E3F}" dt="2026-09-26T18:26:01.652" v="229" actId="22"/>
          <ac:spMkLst>
            <pc:docMk/>
            <pc:sldMk cId="823398426" sldId="257"/>
            <ac:spMk id="55" creationId="{3B8074F2-5E7B-4797-28C6-6EA27BEF75C1}"/>
          </ac:spMkLst>
        </pc:spChg>
        <pc:spChg chg="add del">
          <ac:chgData name="Виктория Попова" userId="16409d820267de1c" providerId="LiveId" clId="{72026D9B-F6F4-440F-84D4-496D06D91E3F}" dt="2026-09-26T18:26:12.667" v="231" actId="22"/>
          <ac:spMkLst>
            <pc:docMk/>
            <pc:sldMk cId="823398426" sldId="257"/>
            <ac:spMk id="57" creationId="{AB465410-FEF9-A006-FDD0-2D1F15907419}"/>
          </ac:spMkLst>
        </pc:spChg>
        <pc:picChg chg="add mod">
          <ac:chgData name="Виктория Попова" userId="16409d820267de1c" providerId="LiveId" clId="{72026D9B-F6F4-440F-84D4-496D06D91E3F}" dt="2026-09-27T02:49:15.013" v="1880" actId="1076"/>
          <ac:picMkLst>
            <pc:docMk/>
            <pc:sldMk cId="823398426" sldId="257"/>
            <ac:picMk id="59" creationId="{EF4A300B-D323-3477-AD3A-9A41BA1810AF}"/>
          </ac:picMkLst>
        </pc:picChg>
      </pc:sldChg>
      <pc:sldChg chg="delSp modSp del mod">
        <pc:chgData name="Виктория Попова" userId="16409d820267de1c" providerId="LiveId" clId="{72026D9B-F6F4-440F-84D4-496D06D91E3F}" dt="2026-09-27T03:00:31.321" v="1883" actId="47"/>
        <pc:sldMkLst>
          <pc:docMk/>
          <pc:sldMk cId="4027729825" sldId="258"/>
        </pc:sldMkLst>
        <pc:spChg chg="mod">
          <ac:chgData name="Виктория Попова" userId="16409d820267de1c" providerId="LiveId" clId="{72026D9B-F6F4-440F-84D4-496D06D91E3F}" dt="2026-09-26T20:02:05.590" v="1740" actId="14100"/>
          <ac:spMkLst>
            <pc:docMk/>
            <pc:sldMk cId="4027729825" sldId="258"/>
            <ac:spMk id="34" creationId="{46F126BF-6094-BB27-B39D-44322CB91499}"/>
          </ac:spMkLst>
        </pc:spChg>
        <pc:spChg chg="mod">
          <ac:chgData name="Виктория Попова" userId="16409d820267de1c" providerId="LiveId" clId="{72026D9B-F6F4-440F-84D4-496D06D91E3F}" dt="2026-09-26T18:57:11.729" v="386"/>
          <ac:spMkLst>
            <pc:docMk/>
            <pc:sldMk cId="4027729825" sldId="258"/>
            <ac:spMk id="66" creationId="{9CD70F14-28EE-F39B-E76B-840928F89DEE}"/>
          </ac:spMkLst>
        </pc:spChg>
        <pc:spChg chg="mod">
          <ac:chgData name="Виктория Попова" userId="16409d820267de1c" providerId="LiveId" clId="{72026D9B-F6F4-440F-84D4-496D06D91E3F}" dt="2026-09-26T19:56:04.532" v="1539" actId="20577"/>
          <ac:spMkLst>
            <pc:docMk/>
            <pc:sldMk cId="4027729825" sldId="258"/>
            <ac:spMk id="71" creationId="{28927D53-7B8E-E6F0-FAFA-96F8A7D79AC8}"/>
          </ac:spMkLst>
        </pc:spChg>
        <pc:spChg chg="mod">
          <ac:chgData name="Виктория Попова" userId="16409d820267de1c" providerId="LiveId" clId="{72026D9B-F6F4-440F-84D4-496D06D91E3F}" dt="2026-09-26T20:01:25.325" v="1737"/>
          <ac:spMkLst>
            <pc:docMk/>
            <pc:sldMk cId="4027729825" sldId="258"/>
            <ac:spMk id="75" creationId="{ED265B11-1D29-F3EC-F456-BFD67411C418}"/>
          </ac:spMkLst>
        </pc:spChg>
        <pc:spChg chg="mod">
          <ac:chgData name="Виктория Попова" userId="16409d820267de1c" providerId="LiveId" clId="{72026D9B-F6F4-440F-84D4-496D06D91E3F}" dt="2026-09-26T20:02:01.138" v="1739" actId="14100"/>
          <ac:spMkLst>
            <pc:docMk/>
            <pc:sldMk cId="4027729825" sldId="258"/>
            <ac:spMk id="76" creationId="{1CAC03A0-214E-5FC7-FB67-D90A367F249C}"/>
          </ac:spMkLst>
        </pc:spChg>
        <pc:spChg chg="mod">
          <ac:chgData name="Виктория Попова" userId="16409d820267de1c" providerId="LiveId" clId="{72026D9B-F6F4-440F-84D4-496D06D91E3F}" dt="2026-09-26T20:01:56.267" v="1738"/>
          <ac:spMkLst>
            <pc:docMk/>
            <pc:sldMk cId="4027729825" sldId="258"/>
            <ac:spMk id="79" creationId="{2097DB5A-3005-DADB-8D1F-99078083C46F}"/>
          </ac:spMkLst>
        </pc:spChg>
        <pc:spChg chg="del">
          <ac:chgData name="Виктория Попова" userId="16409d820267de1c" providerId="LiveId" clId="{72026D9B-F6F4-440F-84D4-496D06D91E3F}" dt="2026-09-26T18:56:53.172" v="384" actId="478"/>
          <ac:spMkLst>
            <pc:docMk/>
            <pc:sldMk cId="4027729825" sldId="258"/>
            <ac:spMk id="80" creationId="{7E7B3EE4-B724-ED48-0802-A6609F8F1146}"/>
          </ac:spMkLst>
        </pc:spChg>
        <pc:spChg chg="del">
          <ac:chgData name="Виктория Попова" userId="16409d820267de1c" providerId="LiveId" clId="{72026D9B-F6F4-440F-84D4-496D06D91E3F}" dt="2026-09-26T18:56:52.434" v="383" actId="478"/>
          <ac:spMkLst>
            <pc:docMk/>
            <pc:sldMk cId="4027729825" sldId="258"/>
            <ac:spMk id="81" creationId="{217F1736-7058-F11F-E311-8BAD3140D4CC}"/>
          </ac:spMkLst>
        </pc:spChg>
        <pc:spChg chg="del">
          <ac:chgData name="Виктория Попова" userId="16409d820267de1c" providerId="LiveId" clId="{72026D9B-F6F4-440F-84D4-496D06D91E3F}" dt="2026-09-26T18:56:54.861" v="385" actId="478"/>
          <ac:spMkLst>
            <pc:docMk/>
            <pc:sldMk cId="4027729825" sldId="258"/>
            <ac:spMk id="82" creationId="{CE3FD7A1-217D-C914-1D84-F37916DEC89B}"/>
          </ac:spMkLst>
        </pc:spChg>
      </pc:sldChg>
      <pc:sldChg chg="delSp modSp mod">
        <pc:chgData name="Виктория Попова" userId="16409d820267de1c" providerId="LiveId" clId="{72026D9B-F6F4-440F-84D4-496D06D91E3F}" dt="2026-09-27T03:02:21.137" v="1885" actId="1076"/>
        <pc:sldMkLst>
          <pc:docMk/>
          <pc:sldMk cId="3025478512" sldId="259"/>
        </pc:sldMkLst>
        <pc:spChg chg="mod">
          <ac:chgData name="Виктория Попова" userId="16409d820267de1c" providerId="LiveId" clId="{72026D9B-F6F4-440F-84D4-496D06D91E3F}" dt="2026-09-27T03:02:21.137" v="1885" actId="1076"/>
          <ac:spMkLst>
            <pc:docMk/>
            <pc:sldMk cId="3025478512" sldId="259"/>
            <ac:spMk id="33" creationId="{1981A733-C286-F8E5-3CAD-AE2A67114894}"/>
          </ac:spMkLst>
        </pc:spChg>
        <pc:spChg chg="mod">
          <ac:chgData name="Виктория Попова" userId="16409d820267de1c" providerId="LiveId" clId="{72026D9B-F6F4-440F-84D4-496D06D91E3F}" dt="2026-09-26T20:06:34.810" v="1795" actId="20577"/>
          <ac:spMkLst>
            <pc:docMk/>
            <pc:sldMk cId="3025478512" sldId="259"/>
            <ac:spMk id="36" creationId="{80C505BF-E63E-73BD-E1DF-C18F17FE13E9}"/>
          </ac:spMkLst>
        </pc:spChg>
        <pc:spChg chg="mod">
          <ac:chgData name="Виктория Попова" userId="16409d820267de1c" providerId="LiveId" clId="{72026D9B-F6F4-440F-84D4-496D06D91E3F}" dt="2026-09-26T20:07:17.355" v="1800" actId="14100"/>
          <ac:spMkLst>
            <pc:docMk/>
            <pc:sldMk cId="3025478512" sldId="259"/>
            <ac:spMk id="38" creationId="{9842D52D-DADE-F20A-80E2-AB4BC44F079F}"/>
          </ac:spMkLst>
        </pc:spChg>
        <pc:spChg chg="mod">
          <ac:chgData name="Виктория Попова" userId="16409d820267de1c" providerId="LiveId" clId="{72026D9B-F6F4-440F-84D4-496D06D91E3F}" dt="2026-09-26T20:05:04.447" v="1746"/>
          <ac:spMkLst>
            <pc:docMk/>
            <pc:sldMk cId="3025478512" sldId="259"/>
            <ac:spMk id="40" creationId="{942CF601-EEEC-007C-5629-44CFD81C4920}"/>
          </ac:spMkLst>
        </pc:spChg>
        <pc:spChg chg="mod">
          <ac:chgData name="Виктория Попова" userId="16409d820267de1c" providerId="LiveId" clId="{72026D9B-F6F4-440F-84D4-496D06D91E3F}" dt="2026-09-26T20:07:14.054" v="1799" actId="14100"/>
          <ac:spMkLst>
            <pc:docMk/>
            <pc:sldMk cId="3025478512" sldId="259"/>
            <ac:spMk id="42" creationId="{053B6FB2-2876-5808-E5C5-6CD415DBC139}"/>
          </ac:spMkLst>
        </pc:spChg>
        <pc:spChg chg="mod">
          <ac:chgData name="Виктория Попова" userId="16409d820267de1c" providerId="LiveId" clId="{72026D9B-F6F4-440F-84D4-496D06D91E3F}" dt="2026-09-26T20:06:15.268" v="1794" actId="20577"/>
          <ac:spMkLst>
            <pc:docMk/>
            <pc:sldMk cId="3025478512" sldId="259"/>
            <ac:spMk id="44" creationId="{B37AC021-645A-65AF-49DB-5FE5CA0CD009}"/>
          </ac:spMkLst>
        </pc:spChg>
        <pc:spChg chg="mod">
          <ac:chgData name="Виктория Попова" userId="16409d820267de1c" providerId="LiveId" clId="{72026D9B-F6F4-440F-84D4-496D06D91E3F}" dt="2026-09-26T20:07:07.257" v="1798" actId="14100"/>
          <ac:spMkLst>
            <pc:docMk/>
            <pc:sldMk cId="3025478512" sldId="259"/>
            <ac:spMk id="46" creationId="{E25D1AB4-8354-1C85-F3FC-F220335C3177}"/>
          </ac:spMkLst>
        </pc:spChg>
        <pc:spChg chg="mod">
          <ac:chgData name="Виктория Попова" userId="16409d820267de1c" providerId="LiveId" clId="{72026D9B-F6F4-440F-84D4-496D06D91E3F}" dt="2026-09-26T20:06:59.227" v="1797" actId="20577"/>
          <ac:spMkLst>
            <pc:docMk/>
            <pc:sldMk cId="3025478512" sldId="259"/>
            <ac:spMk id="48" creationId="{CECEF5C2-C386-4B3F-389B-014829FD83DD}"/>
          </ac:spMkLst>
        </pc:spChg>
        <pc:spChg chg="del">
          <ac:chgData name="Виктория Попова" userId="16409d820267de1c" providerId="LiveId" clId="{72026D9B-F6F4-440F-84D4-496D06D91E3F}" dt="2026-09-26T19:22:41.366" v="483" actId="478"/>
          <ac:spMkLst>
            <pc:docMk/>
            <pc:sldMk cId="3025478512" sldId="259"/>
            <ac:spMk id="50" creationId="{002C14BA-6141-00E8-77EF-38BB4598FED5}"/>
          </ac:spMkLst>
        </pc:spChg>
        <pc:spChg chg="del">
          <ac:chgData name="Виктория Попова" userId="16409d820267de1c" providerId="LiveId" clId="{72026D9B-F6F4-440F-84D4-496D06D91E3F}" dt="2026-09-26T19:06:30.143" v="410" actId="478"/>
          <ac:spMkLst>
            <pc:docMk/>
            <pc:sldMk cId="3025478512" sldId="259"/>
            <ac:spMk id="52" creationId="{66B04365-7F11-1FF6-F18F-D2F362D6711E}"/>
          </ac:spMkLst>
        </pc:spChg>
        <pc:spChg chg="del">
          <ac:chgData name="Виктория Попова" userId="16409d820267de1c" providerId="LiveId" clId="{72026D9B-F6F4-440F-84D4-496D06D91E3F}" dt="2026-09-26T19:06:32.210" v="411" actId="478"/>
          <ac:spMkLst>
            <pc:docMk/>
            <pc:sldMk cId="3025478512" sldId="259"/>
            <ac:spMk id="53" creationId="{178C8F33-6E67-4B5F-CBD4-483EBAA36DA7}"/>
          </ac:spMkLst>
        </pc:spChg>
        <pc:spChg chg="del mod">
          <ac:chgData name="Виктория Попова" userId="16409d820267de1c" providerId="LiveId" clId="{72026D9B-F6F4-440F-84D4-496D06D91E3F}" dt="2026-09-26T19:06:29.440" v="409" actId="478"/>
          <ac:spMkLst>
            <pc:docMk/>
            <pc:sldMk cId="3025478512" sldId="259"/>
            <ac:spMk id="54" creationId="{24622AC9-3048-2F71-5ABB-DFD7B4F24E82}"/>
          </ac:spMkLst>
        </pc:spChg>
      </pc:sldChg>
      <pc:sldChg chg="addSp modSp del mod">
        <pc:chgData name="Виктория Попова" userId="16409d820267de1c" providerId="LiveId" clId="{72026D9B-F6F4-440F-84D4-496D06D91E3F}" dt="2026-09-27T02:57:23.374" v="1882" actId="47"/>
        <pc:sldMkLst>
          <pc:docMk/>
          <pc:sldMk cId="1602982348" sldId="260"/>
        </pc:sldMkLst>
        <pc:spChg chg="mod">
          <ac:chgData name="Виктория Попова" userId="16409d820267de1c" providerId="LiveId" clId="{72026D9B-F6F4-440F-84D4-496D06D91E3F}" dt="2026-09-26T19:08:34.968" v="423" actId="14100"/>
          <ac:spMkLst>
            <pc:docMk/>
            <pc:sldMk cId="1602982348" sldId="260"/>
            <ac:spMk id="34" creationId="{BDD8288D-2B5B-B9E5-4BB7-B72C5A1C9576}"/>
          </ac:spMkLst>
        </pc:spChg>
        <pc:picChg chg="add mod">
          <ac:chgData name="Виктория Попова" userId="16409d820267de1c" providerId="LiveId" clId="{72026D9B-F6F4-440F-84D4-496D06D91E3F}" dt="2026-09-26T19:07:47.833" v="416" actId="1076"/>
          <ac:picMkLst>
            <pc:docMk/>
            <pc:sldMk cId="1602982348" sldId="260"/>
            <ac:picMk id="36" creationId="{5137240D-E78A-48E5-20EA-63ED9CAE6DDD}"/>
          </ac:picMkLst>
        </pc:picChg>
      </pc:sldChg>
      <pc:sldChg chg="addSp modSp mod">
        <pc:chgData name="Виктория Попова" userId="16409d820267de1c" providerId="LiveId" clId="{72026D9B-F6F4-440F-84D4-496D06D91E3F}" dt="2026-09-26T20:18:17.053" v="1869" actId="1076"/>
        <pc:sldMkLst>
          <pc:docMk/>
          <pc:sldMk cId="2801936181" sldId="261"/>
        </pc:sldMkLst>
        <pc:spChg chg="add mod">
          <ac:chgData name="Виктория Попова" userId="16409d820267de1c" providerId="LiveId" clId="{72026D9B-F6F4-440F-84D4-496D06D91E3F}" dt="2026-09-26T19:10:27.327" v="452" actId="20577"/>
          <ac:spMkLst>
            <pc:docMk/>
            <pc:sldMk cId="2801936181" sldId="261"/>
            <ac:spMk id="35" creationId="{B9521B7E-7386-16D8-EC56-EB3929333C1A}"/>
          </ac:spMkLst>
        </pc:spChg>
        <pc:picChg chg="add mod">
          <ac:chgData name="Виктория Попова" userId="16409d820267de1c" providerId="LiveId" clId="{72026D9B-F6F4-440F-84D4-496D06D91E3F}" dt="2026-09-26T20:18:17.053" v="1869" actId="1076"/>
          <ac:picMkLst>
            <pc:docMk/>
            <pc:sldMk cId="2801936181" sldId="261"/>
            <ac:picMk id="37" creationId="{C91177AA-AFB3-6E11-8227-95561DB16DC4}"/>
          </ac:picMkLst>
        </pc:picChg>
      </pc:sldChg>
      <pc:sldChg chg="modSp mod">
        <pc:chgData name="Виктория Попова" userId="16409d820267de1c" providerId="LiveId" clId="{72026D9B-F6F4-440F-84D4-496D06D91E3F}" dt="2026-09-26T20:10:38.221" v="1852" actId="20577"/>
        <pc:sldMkLst>
          <pc:docMk/>
          <pc:sldMk cId="354533828" sldId="262"/>
        </pc:sldMkLst>
        <pc:spChg chg="mod">
          <ac:chgData name="Виктория Попова" userId="16409d820267de1c" providerId="LiveId" clId="{72026D9B-F6F4-440F-84D4-496D06D91E3F}" dt="2026-09-26T20:10:38.221" v="1852" actId="20577"/>
          <ac:spMkLst>
            <pc:docMk/>
            <pc:sldMk cId="354533828" sldId="262"/>
            <ac:spMk id="33" creationId="{46091AF9-D03D-A387-6A36-0B73C91FF6E8}"/>
          </ac:spMkLst>
        </pc:spChg>
        <pc:spChg chg="mod">
          <ac:chgData name="Виктория Попова" userId="16409d820267de1c" providerId="LiveId" clId="{72026D9B-F6F4-440F-84D4-496D06D91E3F}" dt="2026-09-26T19:30:11.274" v="818" actId="20577"/>
          <ac:spMkLst>
            <pc:docMk/>
            <pc:sldMk cId="354533828" sldId="262"/>
            <ac:spMk id="36" creationId="{797AB334-E83C-1D97-3B27-1B9ED279A809}"/>
          </ac:spMkLst>
        </pc:spChg>
        <pc:spChg chg="mod">
          <ac:chgData name="Виктория Попова" userId="16409d820267de1c" providerId="LiveId" clId="{72026D9B-F6F4-440F-84D4-496D06D91E3F}" dt="2026-09-26T20:09:22.143" v="1804" actId="1076"/>
          <ac:spMkLst>
            <pc:docMk/>
            <pc:sldMk cId="354533828" sldId="262"/>
            <ac:spMk id="37" creationId="{3D4439CE-BB05-85AA-22EA-E95F3675CEB1}"/>
          </ac:spMkLst>
        </pc:spChg>
        <pc:spChg chg="mod">
          <ac:chgData name="Виктория Попова" userId="16409d820267de1c" providerId="LiveId" clId="{72026D9B-F6F4-440F-84D4-496D06D91E3F}" dt="2026-09-26T20:10:28.963" v="1823" actId="14100"/>
          <ac:spMkLst>
            <pc:docMk/>
            <pc:sldMk cId="354533828" sldId="262"/>
            <ac:spMk id="38" creationId="{75DD55FA-F417-57F2-FC02-87E3AD6E8718}"/>
          </ac:spMkLst>
        </pc:spChg>
        <pc:spChg chg="mod">
          <ac:chgData name="Виктория Попова" userId="16409d820267de1c" providerId="LiveId" clId="{72026D9B-F6F4-440F-84D4-496D06D91E3F}" dt="2026-09-26T20:10:18.519" v="1822" actId="20577"/>
          <ac:spMkLst>
            <pc:docMk/>
            <pc:sldMk cId="354533828" sldId="262"/>
            <ac:spMk id="40" creationId="{114A404D-A6FF-D615-DA5F-4BC95DA44369}"/>
          </ac:spMkLst>
        </pc:spChg>
        <pc:spChg chg="mod">
          <ac:chgData name="Виктория Попова" userId="16409d820267de1c" providerId="LiveId" clId="{72026D9B-F6F4-440F-84D4-496D06D91E3F}" dt="2026-09-26T19:29:04.787" v="711" actId="20577"/>
          <ac:spMkLst>
            <pc:docMk/>
            <pc:sldMk cId="354533828" sldId="262"/>
            <ac:spMk id="45" creationId="{60D3A045-6F58-AB1D-C1AB-3E99EFCA92FD}"/>
          </ac:spMkLst>
        </pc:spChg>
        <pc:spChg chg="mod">
          <ac:chgData name="Виктория Попова" userId="16409d820267de1c" providerId="LiveId" clId="{72026D9B-F6F4-440F-84D4-496D06D91E3F}" dt="2026-09-26T19:29:39.614" v="786" actId="20577"/>
          <ac:spMkLst>
            <pc:docMk/>
            <pc:sldMk cId="354533828" sldId="262"/>
            <ac:spMk id="49" creationId="{E050B8CC-2CAD-8636-25C7-67EAC6757C7B}"/>
          </ac:spMkLst>
        </pc:spChg>
      </pc:sldChg>
      <pc:sldChg chg="addSp modSp mod">
        <pc:chgData name="Виктория Попова" userId="16409d820267de1c" providerId="LiveId" clId="{72026D9B-F6F4-440F-84D4-496D06D91E3F}" dt="2026-09-26T19:13:45.117" v="482" actId="1076"/>
        <pc:sldMkLst>
          <pc:docMk/>
          <pc:sldMk cId="2363423546" sldId="263"/>
        </pc:sldMkLst>
        <pc:spChg chg="add mod">
          <ac:chgData name="Виктория Попова" userId="16409d820267de1c" providerId="LiveId" clId="{72026D9B-F6F4-440F-84D4-496D06D91E3F}" dt="2026-09-26T19:12:50.963" v="479" actId="1076"/>
          <ac:spMkLst>
            <pc:docMk/>
            <pc:sldMk cId="2363423546" sldId="263"/>
            <ac:spMk id="35" creationId="{304D3D05-7BAD-E40E-2669-396C145876EA}"/>
          </ac:spMkLst>
        </pc:spChg>
        <pc:picChg chg="add mod">
          <ac:chgData name="Виктория Попова" userId="16409d820267de1c" providerId="LiveId" clId="{72026D9B-F6F4-440F-84D4-496D06D91E3F}" dt="2026-09-26T19:13:45.117" v="482" actId="1076"/>
          <ac:picMkLst>
            <pc:docMk/>
            <pc:sldMk cId="2363423546" sldId="263"/>
            <ac:picMk id="37" creationId="{91A23B4A-F313-D824-E03C-A56AA4B00645}"/>
          </ac:picMkLst>
        </pc:picChg>
      </pc:sldChg>
      <pc:sldChg chg="modSp mod">
        <pc:chgData name="Виктория Попова" userId="16409d820267de1c" providerId="LiveId" clId="{72026D9B-F6F4-440F-84D4-496D06D91E3F}" dt="2026-09-26T20:13:50.368" v="1863" actId="1076"/>
        <pc:sldMkLst>
          <pc:docMk/>
          <pc:sldMk cId="1953851184" sldId="264"/>
        </pc:sldMkLst>
        <pc:spChg chg="mod">
          <ac:chgData name="Виктория Попова" userId="16409d820267de1c" providerId="LiveId" clId="{72026D9B-F6F4-440F-84D4-496D06D91E3F}" dt="2026-09-26T20:12:03.711" v="1853"/>
          <ac:spMkLst>
            <pc:docMk/>
            <pc:sldMk cId="1953851184" sldId="264"/>
            <ac:spMk id="43" creationId="{2BA1FE16-3F36-72E8-0F5C-09E6BEA6A814}"/>
          </ac:spMkLst>
        </pc:spChg>
        <pc:spChg chg="mod">
          <ac:chgData name="Виктория Попова" userId="16409d820267de1c" providerId="LiveId" clId="{72026D9B-F6F4-440F-84D4-496D06D91E3F}" dt="2026-09-26T20:13:33.185" v="1860" actId="1076"/>
          <ac:spMkLst>
            <pc:docMk/>
            <pc:sldMk cId="1953851184" sldId="264"/>
            <ac:spMk id="44" creationId="{46E8EBB8-DF49-7ADF-F234-28D22DDEEF49}"/>
          </ac:spMkLst>
        </pc:spChg>
        <pc:spChg chg="mod">
          <ac:chgData name="Виктория Попова" userId="16409d820267de1c" providerId="LiveId" clId="{72026D9B-F6F4-440F-84D4-496D06D91E3F}" dt="2026-09-26T20:13:36.955" v="1861" actId="1076"/>
          <ac:spMkLst>
            <pc:docMk/>
            <pc:sldMk cId="1953851184" sldId="264"/>
            <ac:spMk id="45" creationId="{40096BCB-59EF-F856-3055-CE5A5F7EC10A}"/>
          </ac:spMkLst>
        </pc:spChg>
        <pc:spChg chg="mod">
          <ac:chgData name="Виктория Попова" userId="16409d820267de1c" providerId="LiveId" clId="{72026D9B-F6F4-440F-84D4-496D06D91E3F}" dt="2026-09-26T20:13:45.101" v="1862" actId="1076"/>
          <ac:spMkLst>
            <pc:docMk/>
            <pc:sldMk cId="1953851184" sldId="264"/>
            <ac:spMk id="46" creationId="{FA4F98D3-F880-70C0-A74F-ECBAAD1613DA}"/>
          </ac:spMkLst>
        </pc:spChg>
        <pc:spChg chg="mod">
          <ac:chgData name="Виктория Попова" userId="16409d820267de1c" providerId="LiveId" clId="{72026D9B-F6F4-440F-84D4-496D06D91E3F}" dt="2026-09-26T20:13:50.368" v="1863" actId="1076"/>
          <ac:spMkLst>
            <pc:docMk/>
            <pc:sldMk cId="1953851184" sldId="264"/>
            <ac:spMk id="47" creationId="{B55D7719-9690-932A-E36A-42C4FD4BB9AA}"/>
          </ac:spMkLst>
        </pc:spChg>
      </pc:sldChg>
      <pc:sldChg chg="modSp del mod">
        <pc:chgData name="Виктория Попова" userId="16409d820267de1c" providerId="LiveId" clId="{72026D9B-F6F4-440F-84D4-496D06D91E3F}" dt="2026-09-27T02:55:29.486" v="1881" actId="47"/>
        <pc:sldMkLst>
          <pc:docMk/>
          <pc:sldMk cId="1531819879" sldId="267"/>
        </pc:sldMkLst>
        <pc:spChg chg="mod">
          <ac:chgData name="Виктория Попова" userId="16409d820267de1c" providerId="LiveId" clId="{72026D9B-F6F4-440F-84D4-496D06D91E3F}" dt="2026-09-26T20:14:18.024" v="1864"/>
          <ac:spMkLst>
            <pc:docMk/>
            <pc:sldMk cId="1531819879" sldId="267"/>
            <ac:spMk id="39" creationId="{DA6B724A-0803-6903-B2FA-805287FBEC62}"/>
          </ac:spMkLst>
        </pc:spChg>
        <pc:spChg chg="mod">
          <ac:chgData name="Виктория Попова" userId="16409d820267de1c" providerId="LiveId" clId="{72026D9B-F6F4-440F-84D4-496D06D91E3F}" dt="2026-09-26T20:14:31.732" v="1865"/>
          <ac:spMkLst>
            <pc:docMk/>
            <pc:sldMk cId="1531819879" sldId="267"/>
            <ac:spMk id="44" creationId="{89421FBE-0DE8-BA50-AD7F-171A7115DBCF}"/>
          </ac:spMkLst>
        </pc:spChg>
        <pc:spChg chg="mod">
          <ac:chgData name="Виктория Попова" userId="16409d820267de1c" providerId="LiveId" clId="{72026D9B-F6F4-440F-84D4-496D06D91E3F}" dt="2026-09-26T20:14:52.892" v="1866"/>
          <ac:spMkLst>
            <pc:docMk/>
            <pc:sldMk cId="1531819879" sldId="267"/>
            <ac:spMk id="49" creationId="{EAD3F2C1-D63A-E826-311A-F1EFF3A27F1B}"/>
          </ac:spMkLst>
        </pc:spChg>
      </pc:sldChg>
      <pc:sldChg chg="modSp mod">
        <pc:chgData name="Виктория Попова" userId="16409d820267de1c" providerId="LiveId" clId="{72026D9B-F6F4-440F-84D4-496D06D91E3F}" dt="2026-09-26T20:17:38.693" v="1867"/>
        <pc:sldMkLst>
          <pc:docMk/>
          <pc:sldMk cId="3486670327" sldId="268"/>
        </pc:sldMkLst>
        <pc:spChg chg="mod">
          <ac:chgData name="Виктория Попова" userId="16409d820267de1c" providerId="LiveId" clId="{72026D9B-F6F4-440F-84D4-496D06D91E3F}" dt="2026-09-26T20:17:38.693" v="1867"/>
          <ac:spMkLst>
            <pc:docMk/>
            <pc:sldMk cId="3486670327" sldId="268"/>
            <ac:spMk id="38" creationId="{3543675E-4B33-3568-AC61-FCCB01A9E9C9}"/>
          </ac:spMkLst>
        </pc:spChg>
        <pc:spChg chg="mod">
          <ac:chgData name="Виктория Попова" userId="16409d820267de1c" providerId="LiveId" clId="{72026D9B-F6F4-440F-84D4-496D06D91E3F}" dt="2026-09-26T18:37:25.198" v="352" actId="20577"/>
          <ac:spMkLst>
            <pc:docMk/>
            <pc:sldMk cId="3486670327" sldId="268"/>
            <ac:spMk id="47" creationId="{55DA0842-E91F-4FAA-A543-BAA6D618D86B}"/>
          </ac:spMkLst>
        </pc:spChg>
      </pc:sldChg>
      <pc:sldChg chg="addSp delSp modSp mod">
        <pc:chgData name="Виктория Попова" userId="16409d820267de1c" providerId="LiveId" clId="{72026D9B-F6F4-440F-84D4-496D06D91E3F}" dt="2026-09-27T03:16:23.012" v="2055" actId="14100"/>
        <pc:sldMkLst>
          <pc:docMk/>
          <pc:sldMk cId="1440373683" sldId="269"/>
        </pc:sldMkLst>
        <pc:spChg chg="mod">
          <ac:chgData name="Виктория Попова" userId="16409d820267de1c" providerId="LiveId" clId="{72026D9B-F6F4-440F-84D4-496D06D91E3F}" dt="2026-09-27T03:16:10.059" v="2053" actId="20577"/>
          <ac:spMkLst>
            <pc:docMk/>
            <pc:sldMk cId="1440373683" sldId="269"/>
            <ac:spMk id="33" creationId="{6EC59F86-AA8B-EECA-6E3A-95F5CAAE331E}"/>
          </ac:spMkLst>
        </pc:spChg>
        <pc:spChg chg="del mod">
          <ac:chgData name="Виктория Попова" userId="16409d820267de1c" providerId="LiveId" clId="{72026D9B-F6F4-440F-84D4-496D06D91E3F}" dt="2026-09-27T03:08:52.490" v="1899"/>
          <ac:spMkLst>
            <pc:docMk/>
            <pc:sldMk cId="1440373683" sldId="269"/>
            <ac:spMk id="35" creationId="{B9521B7E-7386-16D8-EC56-EB3929333C1A}"/>
          </ac:spMkLst>
        </pc:spChg>
        <pc:spChg chg="add mod">
          <ac:chgData name="Виктория Попова" userId="16409d820267de1c" providerId="LiveId" clId="{72026D9B-F6F4-440F-84D4-496D06D91E3F}" dt="2026-09-27T03:16:23.012" v="2055" actId="14100"/>
          <ac:spMkLst>
            <pc:docMk/>
            <pc:sldMk cId="1440373683" sldId="269"/>
            <ac:spMk id="38" creationId="{F4BBD73C-4F2D-03A5-039E-5B72F33D5544}"/>
          </ac:spMkLst>
        </pc:spChg>
        <pc:spChg chg="del">
          <ac:chgData name="Виктория Попова" userId="16409d820267de1c" providerId="LiveId" clId="{72026D9B-F6F4-440F-84D4-496D06D91E3F}" dt="2026-09-27T03:08:52.487" v="1897" actId="478"/>
          <ac:spMkLst>
            <pc:docMk/>
            <pc:sldMk cId="1440373683" sldId="269"/>
            <ac:spMk id="54" creationId="{47919DE0-BB4B-AEB8-DF7E-44C32AF6198C}"/>
          </ac:spMkLst>
        </pc:spChg>
        <pc:spChg chg="del mod">
          <ac:chgData name="Виктория Попова" userId="16409d820267de1c" providerId="LiveId" clId="{72026D9B-F6F4-440F-84D4-496D06D91E3F}" dt="2026-09-27T03:08:55.266" v="1901" actId="478"/>
          <ac:spMkLst>
            <pc:docMk/>
            <pc:sldMk cId="1440373683" sldId="269"/>
            <ac:spMk id="55" creationId="{A5143F11-0028-A991-B424-211DA3B3BB4E}"/>
          </ac:spMkLst>
        </pc:spChg>
        <pc:spChg chg="del">
          <ac:chgData name="Виктория Попова" userId="16409d820267de1c" providerId="LiveId" clId="{72026D9B-F6F4-440F-84D4-496D06D91E3F}" dt="2026-09-27T03:08:57.509" v="1902" actId="478"/>
          <ac:spMkLst>
            <pc:docMk/>
            <pc:sldMk cId="1440373683" sldId="269"/>
            <ac:spMk id="56" creationId="{0C30623B-8393-4DCE-FFD4-0ED66E2E0BB3}"/>
          </ac:spMkLst>
        </pc:spChg>
        <pc:graphicFrameChg chg="add mod modGraphic">
          <ac:chgData name="Виктория Попова" userId="16409d820267de1c" providerId="LiveId" clId="{72026D9B-F6F4-440F-84D4-496D06D91E3F}" dt="2026-09-27T03:15:06.383" v="2033" actId="20577"/>
          <ac:graphicFrameMkLst>
            <pc:docMk/>
            <pc:sldMk cId="1440373683" sldId="269"/>
            <ac:graphicFrameMk id="34" creationId="{F1094248-240E-6C01-6A1C-6B0F134B259A}"/>
          </ac:graphicFrameMkLst>
        </pc:graphicFrameChg>
        <pc:picChg chg="del">
          <ac:chgData name="Виктория Попова" userId="16409d820267de1c" providerId="LiveId" clId="{72026D9B-F6F4-440F-84D4-496D06D91E3F}" dt="2026-09-27T03:09:24.284" v="1931" actId="478"/>
          <ac:picMkLst>
            <pc:docMk/>
            <pc:sldMk cId="1440373683" sldId="269"/>
            <ac:picMk id="37" creationId="{C91177AA-AFB3-6E11-8227-95561DB16DC4}"/>
          </ac:picMkLst>
        </pc:picChg>
      </pc:sldChg>
      <pc:sldChg chg="addSp delSp modSp add del mod">
        <pc:chgData name="Виктория Попова" userId="16409d820267de1c" providerId="LiveId" clId="{72026D9B-F6F4-440F-84D4-496D06D91E3F}" dt="2026-09-27T02:40:46.254" v="1872" actId="47"/>
        <pc:sldMkLst>
          <pc:docMk/>
          <pc:sldMk cId="2070070932" sldId="269"/>
        </pc:sldMkLst>
        <pc:spChg chg="add del mod">
          <ac:chgData name="Виктория Попова" userId="16409d820267de1c" providerId="LiveId" clId="{72026D9B-F6F4-440F-84D4-496D06D91E3F}" dt="2026-09-26T18:46:05.931" v="361" actId="478"/>
          <ac:spMkLst>
            <pc:docMk/>
            <pc:sldMk cId="2070070932" sldId="269"/>
            <ac:spMk id="34" creationId="{F7BFEF4D-8872-3D01-D7F2-40A31BAECBC5}"/>
          </ac:spMkLst>
        </pc:spChg>
        <pc:spChg chg="del">
          <ac:chgData name="Виктория Попова" userId="16409d820267de1c" providerId="LiveId" clId="{72026D9B-F6F4-440F-84D4-496D06D91E3F}" dt="2026-09-26T18:39:18.469" v="354" actId="478"/>
          <ac:spMkLst>
            <pc:docMk/>
            <pc:sldMk cId="2070070932" sldId="269"/>
            <ac:spMk id="49" creationId="{68641674-9305-5B42-D751-D880F4C2207C}"/>
          </ac:spMkLst>
        </pc:spChg>
        <pc:spChg chg="del">
          <ac:chgData name="Виктория Попова" userId="16409d820267de1c" providerId="LiveId" clId="{72026D9B-F6F4-440F-84D4-496D06D91E3F}" dt="2026-09-26T18:39:17.756" v="353" actId="478"/>
          <ac:spMkLst>
            <pc:docMk/>
            <pc:sldMk cId="2070070932" sldId="269"/>
            <ac:spMk id="50" creationId="{21BD000B-552E-4E7A-CED1-5AE0AAD01399}"/>
          </ac:spMkLst>
        </pc:spChg>
        <pc:spChg chg="del mod">
          <ac:chgData name="Виктория Попова" userId="16409d820267de1c" providerId="LiveId" clId="{72026D9B-F6F4-440F-84D4-496D06D91E3F}" dt="2026-09-26T18:39:21.563" v="356" actId="478"/>
          <ac:spMkLst>
            <pc:docMk/>
            <pc:sldMk cId="2070070932" sldId="269"/>
            <ac:spMk id="51" creationId="{4C763791-7474-0B46-B1B8-BD9992AE493E}"/>
          </ac:spMkLst>
        </pc:spChg>
        <pc:spChg chg="add del">
          <ac:chgData name="Виктория Попова" userId="16409d820267de1c" providerId="LiveId" clId="{72026D9B-F6F4-440F-84D4-496D06D91E3F}" dt="2026-09-26T18:46:10.331" v="364" actId="478"/>
          <ac:spMkLst>
            <pc:docMk/>
            <pc:sldMk cId="2070070932" sldId="269"/>
            <ac:spMk id="54" creationId="{380C0F64-22E0-BA34-E258-14695CCDF7E7}"/>
          </ac:spMkLst>
        </pc:spChg>
        <pc:picChg chg="add del mod">
          <ac:chgData name="Виктория Попова" userId="16409d820267de1c" providerId="LiveId" clId="{72026D9B-F6F4-440F-84D4-496D06D91E3F}" dt="2026-09-26T18:46:05.033" v="360" actId="478"/>
          <ac:picMkLst>
            <pc:docMk/>
            <pc:sldMk cId="2070070932" sldId="269"/>
            <ac:picMk id="35" creationId="{ED9A8ADA-90CB-64AD-AA6D-32565CF728AB}"/>
          </ac:picMkLst>
        </pc:picChg>
        <pc:picChg chg="add del">
          <ac:chgData name="Виктория Попова" userId="16409d820267de1c" providerId="LiveId" clId="{72026D9B-F6F4-440F-84D4-496D06D91E3F}" dt="2026-09-26T18:46:10.704" v="365" actId="478"/>
          <ac:picMkLst>
            <pc:docMk/>
            <pc:sldMk cId="2070070932" sldId="269"/>
            <ac:picMk id="65" creationId="{2B8A5F3A-48EB-9F92-36F8-554E513D0A28}"/>
          </ac:picMkLst>
        </pc:picChg>
      </pc:sldChg>
      <pc:sldChg chg="addSp modSp mod ord">
        <pc:chgData name="Виктория Попова" userId="16409d820267de1c" providerId="LiveId" clId="{72026D9B-F6F4-440F-84D4-496D06D91E3F}" dt="2026-09-27T03:18:34.700" v="2078" actId="20577"/>
        <pc:sldMkLst>
          <pc:docMk/>
          <pc:sldMk cId="3332465757" sldId="270"/>
        </pc:sldMkLst>
        <pc:spChg chg="mod">
          <ac:chgData name="Виктория Попова" userId="16409d820267de1c" providerId="LiveId" clId="{72026D9B-F6F4-440F-84D4-496D06D91E3F}" dt="2026-09-27T03:11:37.434" v="1940" actId="20577"/>
          <ac:spMkLst>
            <pc:docMk/>
            <pc:sldMk cId="3332465757" sldId="270"/>
            <ac:spMk id="33" creationId="{6EC59F86-AA8B-EECA-6E3A-95F5CAAE331E}"/>
          </ac:spMkLst>
        </pc:spChg>
        <pc:spChg chg="add mod">
          <ac:chgData name="Виктория Попова" userId="16409d820267de1c" providerId="LiveId" clId="{72026D9B-F6F4-440F-84D4-496D06D91E3F}" dt="2026-09-27T03:18:34.700" v="2078" actId="20577"/>
          <ac:spMkLst>
            <pc:docMk/>
            <pc:sldMk cId="3332465757" sldId="270"/>
            <ac:spMk id="35" creationId="{0C65FDEF-5FD7-BA50-8832-10D0D4B3AE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Решение: что за продукт и как он решает проблему. Добавьте скриншот или схему.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41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Ключевые возможности: 3–5 функций, нужных для решения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422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Killer feature: одна особенность, которую жюри должно запомнить.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5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Ключевые возможности: 3–5 функций, нужных для решения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12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это работает: один пользовательский путь от ввода до следующего шага.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38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прототип: скриншоты MVP и что покажете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 dirty="0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400300"/>
            <a:ext cx="96901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400" dirty="0">
                <a:solidFill>
                  <a:srgbClr val="FFFFFF"/>
                </a:solidFill>
                <a:latin typeface="Arial Black" panose="020B0A04020102020204" pitchFamily="34" charset="0"/>
              </a:rPr>
              <a:t>Сервис анализа районов и подбора </a:t>
            </a:r>
            <a:r>
              <a:rPr lang="ru-RU" sz="4400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жилья</a:t>
            </a:r>
            <a:r>
              <a:rPr lang="en-US" sz="4400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 - </a:t>
            </a:r>
            <a:r>
              <a:rPr lang="ru-RU" sz="4400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Кварт</a:t>
            </a:r>
            <a:endParaRPr lang="ru-RU" sz="440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599" y="3764478"/>
            <a:ext cx="8700655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Умный подбор недвижимости с ИИ-риелтором и быстрым свайп-форматом, экономящий недели ручного поиска.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599" y="4779432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1562099" y="4727294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</a:rPr>
              <a:t>LE SBI</a:t>
            </a:r>
            <a:endParaRPr lang="ru-RU" sz="16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110299" y="4779432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5226050" y="4743047"/>
            <a:ext cx="4851400" cy="1327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Афанасьев Андрей  </a:t>
            </a:r>
          </a:p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Донников Виктор  </a:t>
            </a:r>
          </a:p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Попова Виктория  </a:t>
            </a:r>
          </a:p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Шелухина Варвара  </a:t>
            </a:r>
          </a:p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Матвеев Тимур 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6637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Отсутствие единого инструмента для комплексной оценки недвижимости под бюджет, образ жизни и финансовые программы покупателя.</a:t>
            </a:r>
            <a:endParaRPr lang="ru-R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0870" y="3309619"/>
            <a:ext cx="3521710" cy="3133513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4870" y="356362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4870" y="409702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4870" y="440182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dirty="0">
                <a:solidFill>
                  <a:srgbClr val="22A8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Покупатели новостроек, семьи с детьми и арендаторы, у которых нет времени вручную сопоставлять десятки разрозненных источников</a:t>
            </a:r>
            <a:r>
              <a:rPr lang="ru-RU" sz="14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5780" y="3309620"/>
            <a:ext cx="3521710" cy="313351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9780" y="356362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9780" y="409702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9145" y="4394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dirty="0">
                <a:solidFill>
                  <a:srgbClr val="22A8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 о районах, новостройках, генеральном плане, экологии и льготных ипотеках разбросаны по разным сайтам. На самостоятельный сбор аналитики, просчёт ипотеки и сравнение с арендой уходят недели. 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60690" y="3309620"/>
            <a:ext cx="3521710" cy="313351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4690" y="356362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4690" y="409702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4690" y="440182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dirty="0">
                <a:solidFill>
                  <a:srgbClr val="22A8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Люди совершают эмоциональные или невыгодные финансовые ошибки из-за информационной перегрузки, тратят часы на поездки и теряют деньги на скрытых факторах района.</a:t>
            </a:r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EF4A300B-D323-3477-AD3A-9A41BA181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0" y="661670"/>
            <a:ext cx="4332406" cy="192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B845745-7E20-320A-0087-0527C74AB10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B4B66FD-F435-7C17-D350-2AD351260734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ADAB74C-F431-9350-71AB-974ED36E242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83AE699-6108-D747-4EC5-C77E68ACD9C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9BBED82-C31C-727B-C84E-7DBB4742E5B7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DCCC5E9-D85D-7B03-5434-D44A77CD1CA9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8FFD90-6C58-E810-8B58-97F9D3B8B687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B7519F-6B70-ADA6-3216-4CB5C37F26A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E7009FEC-E36C-8C13-610D-954527E15E9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31C221F-E1C8-1D93-7194-FB70258F3CB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C142320-4D8E-D458-941C-F5153A5B2092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C6D7C0C-26E5-0142-A059-9F593EF615B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F0A95D-824A-3C3E-8104-D6FA466C3420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1B85C5-A21D-A791-35A8-8D953D6F629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142C75E-B0BC-C09D-27A7-3ABD329C83E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737EFE9-4A4F-99CD-4308-130F8B18A54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7A66CC-87CC-2AFD-5175-871BE074F88B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41770E3-D9B2-2226-A7E9-BA35B6BE3E2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392808F-5C93-678A-68B7-726AFE03B4D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E3A129F-FCF5-C070-4F66-FB4DB6473489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87E3A7A-0E62-527D-A2DC-51B6F91D901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7B157A-9CA9-A442-7316-5B9AD712BFD4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D3FE673-D6B7-8F95-6FE9-90F09BE3A946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9312BD8-55AE-5C20-91B7-BD5B5FBE895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5DB632F-87CD-A2F8-0683-9CC71AF281A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736626B-7072-B270-DDF2-99EF02B066F9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4C36A90-E70F-B8BB-98A7-3778E73BFEE4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F590B6C-F52F-F2A1-1040-F3879F3A1351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F6798FB0-2739-0CE2-FC75-C252CD3D34E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 txBox="1"/>
          <p:nvPr/>
        </p:nvSpPr>
        <p:spPr>
          <a:xfrm>
            <a:off x="607060" y="56769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/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 txBox="1"/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 txBox="1"/>
          <p:nvPr/>
        </p:nvSpPr>
        <p:spPr>
          <a:xfrm>
            <a:off x="914400" y="1778000"/>
            <a:ext cx="6223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Arial Black" panose="020B0A04020102020204" pitchFamily="34" charset="0"/>
              </a:rPr>
              <a:t>Веб-сервис комплексной </a:t>
            </a:r>
            <a:r>
              <a:rPr lang="ru-RU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геоаналитики</a:t>
            </a:r>
            <a:r>
              <a:rPr lang="ru-RU" b="1" dirty="0">
                <a:solidFill>
                  <a:srgbClr val="FFFFFF"/>
                </a:solidFill>
                <a:latin typeface="Arial Black" panose="020B0A04020102020204" pitchFamily="34" charset="0"/>
              </a:rPr>
              <a:t> и подбора жилья с ИИ-ассистентом и интерфейсом </a:t>
            </a:r>
            <a:r>
              <a:rPr lang="ru-RU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свайпов</a:t>
            </a:r>
            <a:r>
              <a:rPr lang="ru-RU" b="1" dirty="0">
                <a:solidFill>
                  <a:srgbClr val="FFFFFF"/>
                </a:solidFill>
                <a:latin typeface="Arial Black" panose="020B0A04020102020204" pitchFamily="34" charset="0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 txBox="1"/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22A889"/>
                </a:solidFill>
                <a:latin typeface="Arial" panose="020B0604020202020204" pitchFamily="34" charset="0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/>
          <p:nvPr/>
        </p:nvSpPr>
        <p:spPr>
          <a:xfrm>
            <a:off x="609600" y="3784600"/>
            <a:ext cx="1905000" cy="2362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 txBox="1"/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 txBox="1"/>
          <p:nvPr/>
        </p:nvSpPr>
        <p:spPr>
          <a:xfrm>
            <a:off x="8128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Разрозненные данные и долгий ручной поиск по фильтрам.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 txBox="1"/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/>
          <p:nvPr/>
        </p:nvSpPr>
        <p:spPr>
          <a:xfrm>
            <a:off x="2921000" y="3784600"/>
            <a:ext cx="1905000" cy="2362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 txBox="1"/>
          <p:nvPr/>
        </p:nvSpPr>
        <p:spPr>
          <a:xfrm>
            <a:off x="31242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 txBox="1"/>
          <p:nvPr/>
        </p:nvSpPr>
        <p:spPr>
          <a:xfrm>
            <a:off x="2971800" y="4597400"/>
            <a:ext cx="1905000" cy="210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Сервис собирает данные из открытых источников, строит скоринг района, сравнивает ЖК, проверяет соответствие льготным программам, считает ипотеку и аренду.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 txBox="1"/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/>
          <p:nvPr/>
        </p:nvSpPr>
        <p:spPr>
          <a:xfrm>
            <a:off x="5232400" y="3784600"/>
            <a:ext cx="1905000" cy="2362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 txBox="1"/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 txBox="1"/>
          <p:nvPr/>
        </p:nvSpPr>
        <p:spPr>
          <a:xfrm>
            <a:off x="54356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Обоснованный выбор квартиры, проверенная льготная ипотека и точный расчёт «покупка </a:t>
            </a:r>
            <a:r>
              <a:rPr lang="ru-RU" sz="1200" b="1" dirty="0" err="1">
                <a:solidFill>
                  <a:srgbClr val="6B7892"/>
                </a:solidFill>
                <a:latin typeface="Arial" panose="020B0604020202020204" pitchFamily="34" charset="0"/>
              </a:rPr>
              <a:t>vs</a:t>
            </a:r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 аренда» за считанные минуты.</a:t>
            </a:r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0" y="1324429"/>
            <a:ext cx="4672362" cy="482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Конкуренты</a:t>
            </a:r>
          </a:p>
        </p:txBody>
      </p:sp>
      <p:graphicFrame>
        <p:nvGraphicFramePr>
          <p:cNvPr id="34" name="Таблица 33">
            <a:extLst>
              <a:ext uri="{FF2B5EF4-FFF2-40B4-BE49-F238E27FC236}">
                <a16:creationId xmlns:a16="http://schemas.microsoft.com/office/drawing/2014/main" id="{F1094248-240E-6C01-6A1C-6B0F134B2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954035"/>
              </p:ext>
            </p:extLst>
          </p:nvPr>
        </p:nvGraphicFramePr>
        <p:xfrm>
          <a:off x="609600" y="1574800"/>
          <a:ext cx="8127999" cy="321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71828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348283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90552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Сервис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умеет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Чего не хватает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2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Циан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Объявления, фильтры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 анализа района и расчёта «купить </a:t>
                      </a:r>
                      <a:r>
                        <a:rPr lang="ru-RU" dirty="0" err="1"/>
                        <a:t>vs</a:t>
                      </a:r>
                      <a:r>
                        <a:rPr lang="ru-RU" dirty="0"/>
                        <a:t> снимать»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88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Авито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Объявления, аренда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 скоринга локации и подбора льготной ипотеки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18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ДомКлик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Ипотека, новостройки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 сравнения районов и аренды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29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КВАРТ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Всё вместе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6928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F4BBD73C-4F2D-03A5-039E-5B72F33D5544}"/>
              </a:ext>
            </a:extLst>
          </p:cNvPr>
          <p:cNvSpPr txBox="1"/>
          <p:nvPr/>
        </p:nvSpPr>
        <p:spPr>
          <a:xfrm>
            <a:off x="609599" y="5283200"/>
            <a:ext cx="8127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quote-cjk-patch"/>
              </a:rPr>
              <a:t>Мы объединяем то, что у других разрознено: анализ района + сравнение ЖК + льготная ипотека + покупка </a:t>
            </a:r>
            <a:r>
              <a:rPr lang="ru-RU" b="0" i="0" dirty="0" err="1">
                <a:effectLst/>
                <a:latin typeface="quote-cjk-patch"/>
              </a:rPr>
              <a:t>vs</a:t>
            </a:r>
            <a:r>
              <a:rPr lang="ru-RU" b="0" i="0" dirty="0">
                <a:effectLst/>
                <a:latin typeface="quote-cjk-patch"/>
              </a:rPr>
              <a:t> аренда — в одном отчёте.</a:t>
            </a:r>
            <a:endParaRPr lang="ru-RU" dirty="0"/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" y="-116114"/>
            <a:ext cx="12107918" cy="6974114"/>
          </a:xfrm>
          <a:prstGeom prst="rect">
            <a:avLst/>
          </a:prstGeom>
        </p:spPr>
      </p:pic>
      <p:sp>
        <p:nvSpPr>
          <p:cNvPr id="37" name="Прямоугольник 36"/>
          <p:cNvSpPr/>
          <p:nvPr/>
        </p:nvSpPr>
        <p:spPr>
          <a:xfrm>
            <a:off x="609600" y="6183086"/>
            <a:ext cx="10609943" cy="4354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37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6B467314-FDC2-EDD7-8B52-F22FCB9C08A5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23B2A64-18F5-E291-1A6E-FEEA3E071C06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A97DEB-3209-6C4F-1222-38F69B6F864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2A37FD-960B-EA9B-FBE4-A13DD79E66A3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29764A-0A37-BF7A-D00A-B8A6DE76E105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0BFCA72-4940-49D5-F42E-4273E35A4A4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693858-1E11-C515-0FF4-0E51805A1042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D393096-A2B0-6CC4-E411-4BCEE217562A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B76C3D-02C0-16F2-034B-BCF6950BEAC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8B162A-1E45-3F79-B84C-9278FAC37B9D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FCF9285-84CD-CC8A-A2BB-8E77E3F8AF3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1ECC5F7-9E77-3CC7-B4B4-1AB9E695A65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5C04CC1-C621-4BB7-563A-BDD786B564D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9769C0F-0DFC-406C-03CF-248BEF4CF96E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75A6BB7-9ADE-53FF-33EF-D3328FD3836D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1CF1239-BA43-56D8-4E52-EC3367417E0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74341B-0086-8359-F3F4-495680513874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52831725-310E-003B-660E-B62C33244B25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E3D8DF4-E120-1A63-ABE0-306191FA242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521F739-4152-9755-7891-54D50BA29B17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3834688-7880-ADA2-4948-AFF17BEE31DA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6A58923-AA62-A71F-D9B0-ADA7D068D17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FCBE72C-8843-E76C-567A-8C4D749FC558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9B5C589-A8B9-00BD-8401-DBBCF2C6CB6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058D8DFF-2D91-9160-7D0C-8986508CAD9B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AEFF877-9A21-1777-5831-E764827FB1B5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5728125-4E74-3463-FC12-98C6CCC7ABE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CE4F64C-9681-DB7B-1FB2-4FC23738DEB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8CC6418-743D-D9C8-9C98-BC096C8845EC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Киллер фича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/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 txBox="1"/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 txBox="1"/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 dirty="0">
                <a:solidFill>
                  <a:srgbClr val="FFFFFF"/>
                </a:solidFill>
                <a:latin typeface="Arial Black" panose="020B0A04020102020204" pitchFamily="34" charset="0"/>
              </a:rPr>
              <a:t>ИИ-риелтор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 txBox="1"/>
          <p:nvPr/>
        </p:nvSpPr>
        <p:spPr>
          <a:xfrm>
            <a:off x="965200" y="28321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FFFFFF"/>
                </a:solidFill>
                <a:latin typeface="Arial" panose="020B0604020202020204" pitchFamily="34" charset="0"/>
              </a:rPr>
              <a:t>Пользователь не вбивает скучные цифры в фильтры — он общается с ИИ-ассистентом («Найди трёшку до 15 млн с хорошей школой и до работы 30 минут»), после чего получает персонализированную стопку карточек ЖК. Свайп вправо — лайк, свайп влево — дизлайк. ИИ на лету подстраивается под вкусы и уточняет выдачу.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/>
          <p:nvPr/>
        </p:nvSpPr>
        <p:spPr>
          <a:xfrm>
            <a:off x="965200" y="4673600"/>
            <a:ext cx="5892800" cy="990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 txBox="1"/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ЭФФЕКТ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 txBox="1"/>
          <p:nvPr/>
        </p:nvSpPr>
        <p:spPr>
          <a:xfrm>
            <a:off x="1219200" y="5029200"/>
            <a:ext cx="5384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Вовлеченность выше за счет механики, а точность попадания в ожидания обеспечивается глубоким анализом открытых данных и генплана.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 txBox="1"/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ЧЕМ ОТЛИЧАЕМСЯ?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/>
          <p:nvPr/>
        </p:nvSpPr>
        <p:spPr>
          <a:xfrm>
            <a:off x="7518400" y="16256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/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 txBox="1"/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Иначе, чем у других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 txBox="1"/>
          <p:nvPr/>
        </p:nvSpPr>
        <p:spPr>
          <a:xfrm>
            <a:off x="7772400" y="27178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Мы не просто ищем пользователю подходящую недвижимость лишь в момент взаимодействия, а 24/7 отслеживаем и анализируем новые варианты, под уникальный запрос пользователя.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/>
          <p:nvPr/>
        </p:nvSpPr>
        <p:spPr>
          <a:xfrm>
            <a:off x="7518400" y="37592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/>
          <p:nvPr/>
        </p:nvSpPr>
        <p:spPr>
          <a:xfrm>
            <a:off x="7772400" y="4013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 txBox="1"/>
          <p:nvPr/>
        </p:nvSpPr>
        <p:spPr>
          <a:xfrm>
            <a:off x="7772400" y="45212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Эффект для пользователя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 txBox="1"/>
          <p:nvPr/>
        </p:nvSpPr>
        <p:spPr>
          <a:xfrm>
            <a:off x="7772400" y="48514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Экономия личного времени, повышение шансов найти то самое предложение.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649AF7D0-D0AF-9737-FABB-9F800EFCB448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489595-C1D6-C312-248F-621EDCBE6ED4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ПОДСКАЗКА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810874-AA95-1935-4234-D83823D850A3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Покажите одну особенность, которую жюри должно запомнить после защиты. Без неподтверждённых «x10».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609600" y="6183086"/>
            <a:ext cx="10218057" cy="4354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 err="1">
                <a:solidFill>
                  <a:srgbClr val="0F1B3D"/>
                </a:solidFill>
                <a:latin typeface="Arial Black" panose="020B0A04020102020204" pitchFamily="34" charset="0"/>
              </a:rPr>
              <a:t>Финмодель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65FDEF-5FD7-BA50-8832-10D0D4B3AEAD}"/>
              </a:ext>
            </a:extLst>
          </p:cNvPr>
          <p:cNvSpPr txBox="1"/>
          <p:nvPr/>
        </p:nvSpPr>
        <p:spPr>
          <a:xfrm>
            <a:off x="609600" y="1497008"/>
            <a:ext cx="93446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ИЗДЕРЖКИ</a:t>
            </a:r>
          </a:p>
          <a:p>
            <a:endParaRPr lang="ru-RU" dirty="0"/>
          </a:p>
          <a:p>
            <a:r>
              <a:rPr lang="ru-RU" dirty="0"/>
              <a:t>-Разработка и поддержка сервиса</a:t>
            </a:r>
          </a:p>
          <a:p>
            <a:r>
              <a:rPr lang="ru-RU" dirty="0"/>
              <a:t>-API-доступ к данным (Циан, </a:t>
            </a:r>
            <a:r>
              <a:rPr lang="ru-RU" dirty="0" err="1"/>
              <a:t>дом.рф</a:t>
            </a:r>
            <a:r>
              <a:rPr lang="ru-RU" dirty="0"/>
              <a:t>, Росстат)</a:t>
            </a:r>
          </a:p>
          <a:p>
            <a:r>
              <a:rPr lang="ru-RU" dirty="0"/>
              <a:t>-Серверы и инфраструктура</a:t>
            </a:r>
          </a:p>
          <a:p>
            <a:r>
              <a:rPr lang="ru-RU" dirty="0"/>
              <a:t>-Маркетинг и привлечение пользователей</a:t>
            </a:r>
          </a:p>
          <a:p>
            <a:endParaRPr lang="ru-RU" dirty="0"/>
          </a:p>
          <a:p>
            <a:r>
              <a:rPr lang="ru-RU" dirty="0"/>
              <a:t>ДОХОДЫ</a:t>
            </a:r>
          </a:p>
          <a:p>
            <a:endParaRPr lang="ru-RU" dirty="0"/>
          </a:p>
          <a:p>
            <a:r>
              <a:rPr lang="ru-RU" dirty="0"/>
              <a:t>-Партнёрские программы банков (ипотека)</a:t>
            </a:r>
          </a:p>
          <a:p>
            <a:r>
              <a:rPr lang="ru-RU" dirty="0"/>
              <a:t>-Комиссия от застройщиков за </a:t>
            </a:r>
            <a:r>
              <a:rPr lang="ru-RU" dirty="0" err="1"/>
              <a:t>лиды</a:t>
            </a:r>
            <a:endParaRPr lang="ru-RU" dirty="0"/>
          </a:p>
          <a:p>
            <a:r>
              <a:rPr lang="ru-RU" dirty="0"/>
              <a:t>-Подписка для пользователей (расширенные отчёты)</a:t>
            </a:r>
          </a:p>
          <a:p>
            <a:r>
              <a:rPr lang="ru-RU" dirty="0"/>
              <a:t>-Размещение риелторов и агентств</a:t>
            </a:r>
          </a:p>
          <a:p>
            <a:endParaRPr lang="ru-RU" dirty="0"/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656"/>
            <a:ext cx="12192000" cy="70176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7" name="Прямоугольник 36"/>
          <p:cNvSpPr/>
          <p:nvPr/>
        </p:nvSpPr>
        <p:spPr>
          <a:xfrm>
            <a:off x="609600" y="6183086"/>
            <a:ext cx="10218057" cy="4354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46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A218C37-98E6-4DFF-CC79-3DE0FD615B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09DBC5-86BA-CA7B-2FAA-857961E5DAE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3B09AB-9174-D36B-951F-5C706CE713A0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194180-8BE1-D5BD-8659-1310948872B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756EB55-DFA5-69A2-6A44-E3D91E821CD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8C1280D-3E4D-D2E4-F2EE-5ABC6ACC0FB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CCD9BB-18A0-B425-294B-166D052BD7F0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6DC5417-1371-6668-54DE-446A5996A927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9A64FA6-02B6-B0DF-020D-36FBFC1E67D0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C1FB737-E6A6-3C01-22EE-D76FC4CAC01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C57E28-9357-12D3-9259-E0BAAF28E554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688EE07-F4D7-3AE7-5F68-E6BCC33026F1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B8E5EFE-4E84-5878-0732-D0FAA9292712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097696-C1ED-35D4-C464-9738C07544F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066E6A-3459-2031-85D2-E432C7662D08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8644A8A-6295-B751-6ACC-9E07915F2FC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1EFFE68-616E-7D84-F880-EFEFB242CDF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0FB814B-4E09-E75A-6102-57A51BA642C2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FC6135C-9645-7B9A-9014-6F90AC7C873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6947C61-E56F-985B-4461-EF2C55DB2164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6DEC0BD-98BF-8DB4-8D65-F27844B8EFF8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831DAA-56ED-AAD2-DACA-154B00A1BFB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97A4B78-6E10-BD17-DE81-976DCE8CD94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1613DB59-F43B-7790-BF71-3B939508EE5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10EC174-52C4-0825-9E4F-9E6669D7EB4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71E1B4E-F208-7713-C571-EE532F36A8C7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197D6AD-55AB-BD54-74D3-0333A347750A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D705E6F-070E-151D-32D5-28FE5FAD8895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8073DBB-3E53-5907-92C9-666649EB572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Как это работает</a:t>
            </a: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E440E92F-CDE7-FF2D-BE0D-A9A131D55EC4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B5A9C0-EC55-E134-EED4-257B0D2FEE8D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ПОДСКАЗКА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569FE7-D884-19DE-27D2-436AC78C955B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Покажите один реальный пользовательский путь — от проблемы до результата.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4D3D05-7BAD-E40E-2669-396C145876EA}"/>
              </a:ext>
            </a:extLst>
          </p:cNvPr>
          <p:cNvSpPr txBox="1"/>
          <p:nvPr/>
        </p:nvSpPr>
        <p:spPr>
          <a:xfrm>
            <a:off x="609600" y="1457741"/>
            <a:ext cx="84374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Пользователь вводит бюджет, состав семьи, место работы, желаемое время в пути и приоритеты (или пишет запрос ИИ-ассистенту).</a:t>
            </a:r>
          </a:p>
          <a:p>
            <a:endParaRPr lang="ru-RU" dirty="0"/>
          </a:p>
          <a:p>
            <a:r>
              <a:rPr lang="ru-RU" dirty="0"/>
              <a:t>2. Выбирает район или несколько для сравнения.</a:t>
            </a:r>
          </a:p>
          <a:p>
            <a:endParaRPr lang="ru-RU" dirty="0"/>
          </a:p>
          <a:p>
            <a:r>
              <a:rPr lang="ru-RU" dirty="0"/>
              <a:t>3. Сервис собирает данные из открытых источников, считает скоринг, показывает карту и инфраструктуру.</a:t>
            </a:r>
          </a:p>
          <a:p>
            <a:endParaRPr lang="ru-RU" dirty="0"/>
          </a:p>
          <a:p>
            <a:r>
              <a:rPr lang="ru-RU" dirty="0"/>
              <a:t>4. Сравнивает новостройки, подбирает льготные ипотеки.</a:t>
            </a:r>
          </a:p>
          <a:p>
            <a:endParaRPr lang="ru-RU" dirty="0"/>
          </a:p>
          <a:p>
            <a:r>
              <a:rPr lang="ru-RU" dirty="0"/>
              <a:t>5. Считает покупку в ипотеку и сравнивает с арендой.</a:t>
            </a:r>
          </a:p>
          <a:p>
            <a:endParaRPr lang="ru-RU" dirty="0"/>
          </a:p>
          <a:p>
            <a:r>
              <a:rPr lang="ru-RU" dirty="0"/>
              <a:t>6. Предлагает варианты аренды ближе/дальше с компромиссом.</a:t>
            </a:r>
          </a:p>
          <a:p>
            <a:endParaRPr lang="ru-RU" dirty="0"/>
          </a:p>
          <a:p>
            <a:r>
              <a:rPr lang="ru-RU" dirty="0"/>
              <a:t>7. Пользователь сохраняет отчёт.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91A23B4A-F313-D824-E03C-A56AA4B00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715" y="2748293"/>
            <a:ext cx="3379380" cy="2664460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8114" cy="687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493486" y="1320800"/>
            <a:ext cx="7329714" cy="4049486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864B0945-D2C5-8C7B-9758-E18732F78C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9C7B47C-7408-3FF4-156A-0CD3D73F732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B322C-1D7B-CC04-7E36-B09048B74CF3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F17F71-6218-69E5-05B1-EEE247C1093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35A30F7-ED53-AC9D-34FB-4F6925F3C51C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6A0A320-EE7E-94CD-926F-B635F41512F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FE5F157-ECEC-F3BA-AC01-B9A45577ED7E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01AE495-B83D-BFBA-9E32-137DCA2E459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5621DC9-3A43-2057-CB99-29031D4CE09F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E7A7406-D636-75EE-DE77-4320E29C403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2636A01-5FA0-1877-8CD7-B6A7B565A609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7DA5A7F-18ED-1943-CD32-133FFAE3DEE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A2B505B-D50B-A589-5852-619B14C50AF8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70926D9-6D6C-524D-5CE5-D96A51C50F5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106AF4B-E091-8C73-1A44-61D7A70A6563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8C0B827-25E2-6D1F-51B5-73FF7751497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ED21031-2AF0-1DA6-03A7-CC62A4EF8193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EA49635-2F7F-234A-3BD4-33D753A0C9F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0ABB53-38A5-8938-FDB5-649BFE76AC9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9823465-39A0-6EBA-E640-7C673001CCF2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3237425-D3A1-C61B-2C53-5686F6837445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3537D7-FA97-643C-A3AE-E34FA7EBECBD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03B2ECC-1484-BFE6-7B9D-11C1BC44AD5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361B713-DA77-10B9-A687-1D2648CDE3A3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BB85CCA-6935-AD28-8D58-E6F058B59E3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B25BFA-8EED-A1CC-B5FB-D93D589F08AA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990E04E-D57B-D175-BBB8-26F81DAA2C0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D6B8225-2A81-901A-AFE2-6C4934A03F7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A833F5E4-357F-260D-F5F4-7B17B46CCB3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859790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C1AC70-CCF8-7D1A-5760-185BACB2EF0C}"/>
              </a:ext>
            </a:extLst>
          </p:cNvPr>
          <p:cNvSpPr txBox="1"/>
          <p:nvPr/>
        </p:nvSpPr>
        <p:spPr>
          <a:xfrm>
            <a:off x="2246745" y="2897909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Можно вставить </a:t>
            </a:r>
            <a:r>
              <a:rPr lang="ru-RU" sz="1200" b="1" dirty="0" err="1">
                <a:solidFill>
                  <a:srgbClr val="6B7892"/>
                </a:solidFill>
                <a:latin typeface="Arial" panose="020B0604020202020204" pitchFamily="34" charset="0"/>
              </a:rPr>
              <a:t>скринкастт</a:t>
            </a:r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92107-8E08-EAE3-4F8B-E4BAEA5F68BF}"/>
              </a:ext>
            </a:extLst>
          </p:cNvPr>
          <p:cNvSpPr txBox="1"/>
          <p:nvPr/>
        </p:nvSpPr>
        <p:spPr>
          <a:xfrm>
            <a:off x="8128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162A8B-721D-8E63-53FD-CB347BCF3D30}"/>
              </a:ext>
            </a:extLst>
          </p:cNvPr>
          <p:cNvSpPr txBox="1"/>
          <p:nvPr/>
        </p:nvSpPr>
        <p:spPr>
          <a:xfrm>
            <a:off x="44704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7924800" y="1320800"/>
            <a:ext cx="3860800" cy="4688114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 txBox="1"/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7FE3C4"/>
                </a:solidFill>
                <a:latin typeface="Arial Black" panose="020B0A04020102020204" pitchFamily="34" charset="0"/>
              </a:rPr>
              <a:t>MVP</a:t>
            </a:r>
            <a:endParaRPr lang="ru-RU" sz="2400">
              <a:solidFill>
                <a:srgbClr val="7FE3C4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 txBox="1"/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 txBox="1"/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FFFFFF"/>
                </a:solidFill>
                <a:latin typeface="Arial" panose="020B0604020202020204" pitchFamily="34" charset="0"/>
              </a:rPr>
              <a:t>Базовый ИИ-ассистент для обработки текстовых запросов.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 txBox="1"/>
          <p:nvPr/>
        </p:nvSpPr>
        <p:spPr>
          <a:xfrm>
            <a:off x="8229600" y="304292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7FE3C4"/>
                </a:solidFill>
                <a:latin typeface="Arial" panose="020B0604020202020204" pitchFamily="34" charset="0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 txBox="1"/>
          <p:nvPr/>
        </p:nvSpPr>
        <p:spPr>
          <a:xfrm>
            <a:off x="8229600" y="327152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FFFFFF"/>
                </a:solidFill>
                <a:latin typeface="Arial" panose="020B0604020202020204" pitchFamily="34" charset="0"/>
              </a:rPr>
              <a:t>Интерфейс «режима </a:t>
            </a:r>
            <a:r>
              <a:rPr lang="ru-RU" sz="1300" b="1" dirty="0" err="1">
                <a:solidFill>
                  <a:srgbClr val="FFFFFF"/>
                </a:solidFill>
                <a:latin typeface="Arial" panose="020B0604020202020204" pitchFamily="34" charset="0"/>
              </a:rPr>
              <a:t>тиндера</a:t>
            </a:r>
            <a:r>
              <a:rPr lang="ru-RU" sz="1300" b="1" dirty="0">
                <a:solidFill>
                  <a:srgbClr val="FFFFFF"/>
                </a:solidFill>
                <a:latin typeface="Arial" panose="020B0604020202020204" pitchFamily="34" charset="0"/>
              </a:rPr>
              <a:t>» (карточки квартир с основными параметрами и блоком аналитики района, как на вашем макете).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 txBox="1"/>
          <p:nvPr/>
        </p:nvSpPr>
        <p:spPr>
          <a:xfrm>
            <a:off x="8225790" y="429641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7FE3C4"/>
                </a:solidFill>
                <a:latin typeface="Arial" panose="020B0604020202020204" pitchFamily="34" charset="0"/>
              </a:rPr>
              <a:t>СЦЕНАРИЙ ВЖИВУЮ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 txBox="1"/>
          <p:nvPr/>
        </p:nvSpPr>
        <p:spPr>
          <a:xfrm>
            <a:off x="8225790" y="447294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FFFFFF"/>
                </a:solidFill>
                <a:latin typeface="Arial" panose="020B0604020202020204" pitchFamily="34" charset="0"/>
              </a:rPr>
              <a:t>На защите вбиваем в чат с ассистентом параметры реального сотрудника/семьи, получаем ленту вариантов, </a:t>
            </a:r>
            <a:r>
              <a:rPr lang="ru-RU" sz="1300" b="1" dirty="0" err="1">
                <a:solidFill>
                  <a:srgbClr val="FFFFFF"/>
                </a:solidFill>
                <a:latin typeface="Arial" panose="020B0604020202020204" pitchFamily="34" charset="0"/>
              </a:rPr>
              <a:t>свайпаем</a:t>
            </a:r>
            <a:r>
              <a:rPr lang="ru-RU" sz="1300" b="1" dirty="0">
                <a:solidFill>
                  <a:srgbClr val="FFFFFF"/>
                </a:solidFill>
                <a:latin typeface="Arial" panose="020B0604020202020204" pitchFamily="34" charset="0"/>
              </a:rPr>
              <a:t> пару объектов и показываем подробный аналитический отчёт по выбранному району.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76" y="1607457"/>
            <a:ext cx="6713334" cy="33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900" b="1" spc="1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7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2696440" y="760073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4515963" y="992189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2995180" y="1246527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 dirty="0">
                <a:solidFill>
                  <a:srgbClr val="FFFFFF"/>
                </a:solidFill>
                <a:latin typeface="Arial" panose="020B0604020202020204" pitchFamily="34" charset="0"/>
              </a:rPr>
              <a:t>Покупка квартиры — это стресс и недели рутины. Наш сервис превращает этот процесс в быстрый, понятный и технологичный выбор на основе реальных данных.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https://github.com/maomaoski/2-case</a:t>
            </a:r>
            <a:r>
              <a:rPr lang="ru-RU" sz="15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]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441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[телефон / </a:t>
            </a:r>
            <a:r>
              <a:rPr lang="en-US" sz="15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@vitya13214]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LE SBI 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924</Words>
  <Application>Microsoft Office PowerPoint</Application>
  <PresentationFormat>Широкоэкранный</PresentationFormat>
  <Paragraphs>151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 Гурбатов</dc:creator>
  <cp:lastModifiedBy>А А</cp:lastModifiedBy>
  <cp:revision>5</cp:revision>
  <dcterms:created xsi:type="dcterms:W3CDTF">2026-09-26T12:28:36Z</dcterms:created>
  <dcterms:modified xsi:type="dcterms:W3CDTF">2026-09-27T03:50:50Z</dcterms:modified>
</cp:coreProperties>
</file>